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787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— HCI Focus: Interaction Elements in Google Earth</a:t>
            </a:r>
            <a:endParaRPr lang="en-US" sz="2200" dirty="0"/>
          </a:p>
        </p:txBody>
      </p:sp>
      <p:pic>
        <p:nvPicPr>
          <p:cNvPr id="3" name="Image 0" descr="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356" y="868680"/>
            <a:ext cx="8778240" cy="41137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2594" y="1094938"/>
            <a:ext cx="1799539" cy="226258"/>
          </a:xfrm>
          <a:prstGeom prst="rect">
            <a:avLst/>
          </a:prstGeom>
          <a:ln w="28575">
            <a:solidFill>
              <a:srgbClr val="D6454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65830" y="948634"/>
            <a:ext cx="292608" cy="292608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65830" y="94863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84978" y="1094938"/>
            <a:ext cx="1272845" cy="246827"/>
          </a:xfrm>
          <a:prstGeom prst="rect">
            <a:avLst/>
          </a:prstGeom>
          <a:ln w="28575">
            <a:solidFill>
              <a:srgbClr val="2477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1519" y="948634"/>
            <a:ext cx="292608" cy="292608"/>
          </a:xfrm>
          <a:prstGeom prst="ellipse">
            <a:avLst/>
          </a:prstGeom>
          <a:solidFill>
            <a:srgbClr val="2477C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1519" y="94863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4057" y="4385969"/>
            <a:ext cx="1755648" cy="555361"/>
          </a:xfrm>
          <a:prstGeom prst="rect">
            <a:avLst/>
          </a:prstGeom>
          <a:ln w="28575">
            <a:solidFill>
              <a:srgbClr val="2E9E5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93401" y="4239665"/>
            <a:ext cx="292608" cy="292608"/>
          </a:xfrm>
          <a:prstGeom prst="ellipse">
            <a:avLst/>
          </a:prstGeom>
          <a:solidFill>
            <a:srgbClr val="2E9E5B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293401" y="4239665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165348"/>
            <a:ext cx="3636264" cy="1417320"/>
          </a:xfrm>
          <a:prstGeom prst="roundRect">
            <a:avLst>
              <a:gd name="adj" fmla="val 5161"/>
            </a:avLst>
          </a:prstGeom>
          <a:solidFill>
            <a:srgbClr val="F6F6F6"/>
          </a:solidFill>
          <a:ln w="9525">
            <a:solidFill>
              <a:srgbClr val="E2E2E2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4360" y="5256788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Bar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94360" y="5549396"/>
            <a:ext cx="336194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place name </a:t>
            </a:r>
            <a:r>
              <a:rPr lang="en-US" sz="1050" dirty="0" smtClean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Sukkur</a:t>
            </a: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050" dirty="0" smtClean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Sindh here and </a:t>
            </a: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view jumps straight to </a:t>
            </a:r>
            <a:r>
              <a:rPr lang="en-US" sz="1050" dirty="0" smtClean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 </a:t>
            </a: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</a:t>
            </a:r>
            <a:r>
              <a:rPr lang="en-US" sz="1050" dirty="0" smtClean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</a:t>
            </a: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manually panning and zooming across the globe to find a location.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76344" y="5165348"/>
            <a:ext cx="3636264" cy="1417320"/>
          </a:xfrm>
          <a:prstGeom prst="roundRect">
            <a:avLst>
              <a:gd name="adj" fmla="val 5161"/>
            </a:avLst>
          </a:prstGeom>
          <a:solidFill>
            <a:srgbClr val="F6F6F6"/>
          </a:solidFill>
          <a:ln w="9525">
            <a:solidFill>
              <a:srgbClr val="E2E2E2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413504" y="5256788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47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Toolbar Icons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413504" y="5549396"/>
            <a:ext cx="336194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Placemark, path, layers, measure, and photo tools all sit in one row along the top, so the core actions are one click away instead of buried in a menu.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095488" y="5165348"/>
            <a:ext cx="3636264" cy="1417320"/>
          </a:xfrm>
          <a:prstGeom prst="roundRect">
            <a:avLst>
              <a:gd name="adj" fmla="val 5161"/>
            </a:avLst>
          </a:prstGeom>
          <a:solidFill>
            <a:srgbClr val="F6F6F6"/>
          </a:solidFill>
          <a:ln w="9525">
            <a:solidFill>
              <a:srgbClr val="E2E2E2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232648" y="5256788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&amp; View Controls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232648" y="5549396"/>
            <a:ext cx="336194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050" dirty="0" smtClean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compass,3D </a:t>
            </a: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toggle, and zoom buttons in the corner let you rotate, tilt, and zoom the view directly with the mouse instead of relying on keyboard shortcuts.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Asghar Hussain  |  2k24/CSE/37  |  HCI and Computer Graphics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— CG Focus: Rendering / Visual Elements in Google Earth</a:t>
            </a:r>
            <a:endParaRPr lang="en-US" sz="2200" dirty="0"/>
          </a:p>
        </p:txBody>
      </p:sp>
      <p:pic>
        <p:nvPicPr>
          <p:cNvPr id="3" name="Image 0" descr="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356" y="868680"/>
            <a:ext cx="8778240" cy="40497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16652" y="1638129"/>
            <a:ext cx="1755648" cy="971936"/>
          </a:xfrm>
          <a:prstGeom prst="rect">
            <a:avLst/>
          </a:prstGeom>
          <a:ln w="28575">
            <a:solidFill>
              <a:srgbClr val="D6454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25996" y="1491825"/>
            <a:ext cx="292608" cy="292608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25996" y="1491825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909414" y="4452692"/>
            <a:ext cx="2326234" cy="404973"/>
          </a:xfrm>
          <a:prstGeom prst="rect">
            <a:avLst/>
          </a:prstGeom>
          <a:ln w="28575">
            <a:solidFill>
              <a:srgbClr val="2477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9343" y="4306388"/>
            <a:ext cx="292608" cy="292608"/>
          </a:xfrm>
          <a:prstGeom prst="ellipse">
            <a:avLst/>
          </a:prstGeom>
          <a:solidFill>
            <a:srgbClr val="2477C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89343" y="43063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45145" y="4655179"/>
            <a:ext cx="2150669" cy="222735"/>
          </a:xfrm>
          <a:prstGeom prst="rect">
            <a:avLst/>
          </a:prstGeom>
          <a:ln w="28575">
            <a:solidFill>
              <a:srgbClr val="2E9E5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9510" y="4508875"/>
            <a:ext cx="292608" cy="292608"/>
          </a:xfrm>
          <a:prstGeom prst="ellipse">
            <a:avLst/>
          </a:prstGeom>
          <a:solidFill>
            <a:srgbClr val="2E9E5B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249510" y="4508875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101291"/>
            <a:ext cx="3636264" cy="1417320"/>
          </a:xfrm>
          <a:prstGeom prst="roundRect">
            <a:avLst>
              <a:gd name="adj" fmla="val 5161"/>
            </a:avLst>
          </a:prstGeom>
          <a:solidFill>
            <a:srgbClr val="F6F6F6"/>
          </a:solidFill>
          <a:ln w="9525">
            <a:solidFill>
              <a:srgbClr val="E2E2E2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4360" y="5192731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Building Meshes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94360" y="5485339"/>
            <a:ext cx="336194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 here are raised polygon shapes with real height </a:t>
            </a:r>
            <a:r>
              <a:rPr lang="en-US" sz="1050" dirty="0" smtClean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</a:t>
            </a: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flat map </a:t>
            </a:r>
            <a:r>
              <a:rPr lang="en-US" sz="1050" dirty="0" smtClean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icons that is </a:t>
            </a: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city reads as solid structures instead of a flat photo from directly above.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76344" y="5101291"/>
            <a:ext cx="3636264" cy="1417320"/>
          </a:xfrm>
          <a:prstGeom prst="roundRect">
            <a:avLst>
              <a:gd name="adj" fmla="val 5161"/>
            </a:avLst>
          </a:prstGeom>
          <a:solidFill>
            <a:srgbClr val="F6F6F6"/>
          </a:solidFill>
          <a:ln w="9525">
            <a:solidFill>
              <a:srgbClr val="E2E2E2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413504" y="5192731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47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Rendering Toggle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413504" y="5485339"/>
            <a:ext cx="336194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popup shows the 3D buildings layer can be switched </a:t>
            </a:r>
            <a:r>
              <a:rPr lang="en-US" sz="1050" dirty="0" smtClean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or off </a:t>
            </a: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basemap panel </a:t>
            </a:r>
            <a:r>
              <a:rPr lang="en-US" sz="1050" dirty="0" smtClean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confirming </a:t>
            </a: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building meshes are a separate render </a:t>
            </a:r>
            <a:r>
              <a:rPr lang="en-US" sz="1050" dirty="0" smtClean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</a:t>
            </a: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baked into the satellite imagery.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095488" y="5101291"/>
            <a:ext cx="3636264" cy="1417320"/>
          </a:xfrm>
          <a:prstGeom prst="roundRect">
            <a:avLst>
              <a:gd name="adj" fmla="val 5161"/>
            </a:avLst>
          </a:prstGeom>
          <a:solidFill>
            <a:srgbClr val="F6F6F6"/>
          </a:solidFill>
          <a:ln w="9525">
            <a:solidFill>
              <a:srgbClr val="E2E2E2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232648" y="5192731"/>
            <a:ext cx="3361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Perspective Data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232648" y="5485339"/>
            <a:ext cx="336194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altitude and coordinates </a:t>
            </a:r>
            <a:r>
              <a:rPr lang="en-US" sz="1050" dirty="0" smtClean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</a:t>
            </a: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this is a real perspective camera positioned above the terrain, not a flat orthographic map view.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Asghar Hussain  |  2k24/CSE/37  |  HCI and Computer Graphics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Questions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</a:t>
            </a:r>
            <a:r>
              <a:rPr lang="en-US" sz="13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Computer Graphics quality help or hinder the user's ability to interact with the software?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rendering quality genuinely makes Google Earth easier to </a:t>
            </a:r>
            <a:r>
              <a:rPr lang="en-US" sz="1300" dirty="0" smtClean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3D buildings and shading let you judge scale, height, and location almost </a:t>
            </a:r>
            <a:r>
              <a:rPr lang="en-US" sz="1300" dirty="0" smtClean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</a:t>
            </a: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needing extra labels. The </a:t>
            </a:r>
            <a:r>
              <a:rPr lang="en-US" sz="1300" dirty="0" smtClean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off </a:t>
            </a: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up in denser </a:t>
            </a:r>
            <a:r>
              <a:rPr lang="en-US" sz="1300" dirty="0" smtClean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 </a:t>
            </a: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mesh detail and imagery means slower </a:t>
            </a:r>
            <a:r>
              <a:rPr lang="en-US" sz="1300" dirty="0" smtClean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so </a:t>
            </a: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panning and tilting can start to feel laggy right when you need the view to respond quickly.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</a:t>
            </a:r>
            <a:r>
              <a:rPr lang="en-US" sz="13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one simple HCI change you would make to improve the user interface?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simple fix would be surfacing the </a:t>
            </a:r>
            <a:r>
              <a:rPr lang="en-US" sz="1300" dirty="0" smtClean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buildings </a:t>
            </a: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right next to the search bar instead of hiding it inside a popup and a separate basemap panel </a:t>
            </a:r>
            <a:r>
              <a:rPr lang="en-US" sz="1300" dirty="0" smtClean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</a:t>
            </a: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a </a:t>
            </a:r>
            <a:r>
              <a:rPr lang="en-US" sz="1300" dirty="0" smtClean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time </a:t>
            </a: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has to accidentally trigger that notification just to discover the option exists.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Asghar Hussain  |  2k24/CSE/37  |  HCI and Computer Graphics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428</Words>
  <Application>Microsoft Office PowerPoint</Application>
  <PresentationFormat>Widescreen</PresentationFormat>
  <Paragraphs>31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22BSCYS016</cp:lastModifiedBy>
  <cp:revision>2</cp:revision>
  <dcterms:created xsi:type="dcterms:W3CDTF">2026-09-04T13:28:44Z</dcterms:created>
  <dcterms:modified xsi:type="dcterms:W3CDTF">2026-09-04T13:40:10Z</dcterms:modified>
</cp:coreProperties>
</file>